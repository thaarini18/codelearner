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Learner LMS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Moodle-Based LMS  |  Code Execution  |  Gradebook  |  Plagiarism Detection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274320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1C3D6E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7432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274320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1C3D6E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27432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74320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1C3D6E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7432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74320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1C3D6E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7432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274320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1C3D6E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7432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SPIM/MIPS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274320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1C3D6E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7432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291840"/>
            <a:ext cx="1536192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3375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" y="363016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+ SPIM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93976" y="3291840"/>
            <a:ext cx="1536192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67128" y="33375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67128" y="363016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MIPS Assembly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76472" y="3291840"/>
            <a:ext cx="1536192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9624" y="33375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History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9624" y="363016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saved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58968" y="3291840"/>
            <a:ext cx="1536192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33375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Gradebook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2120" y="363016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tracking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41464" y="3291840"/>
            <a:ext cx="1536192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14616" y="33375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Check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14616" y="363016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CS101  –  Programming Course   | 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Understanding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69080" cy="30175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069080" cy="384048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Code Learner LMS?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37947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Moodle-based LMS extended with a custom React + Node.js + MongoDB application layer.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create coding questions, set test cases, and choose the programming language.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select their own language, write code, and click Run to check against test cases.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executed via Judge0 API (7 languages) and SPIM simulator (MIPS Assembly).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history is saved per student in MongoDB with scores and test results.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Gradebook tracks best score per student per question; plagiarism detection flags similar code.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069080" cy="3017520"/>
          </a:xfrm>
          <a:prstGeom prst="rect">
            <a:avLst/>
          </a:prstGeom>
          <a:solidFill>
            <a:srgbClr val="E8F0FB"/>
          </a:solidFill>
          <a:ln w="12700">
            <a:solidFill>
              <a:srgbClr val="C4D9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68680"/>
            <a:ext cx="40690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686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16736"/>
            <a:ext cx="37947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code execution with pass/fail test case validation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Assembly execution via local SPIM simulator (no cloud dependency)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history — every Run saved to MongoDB with code, score, and results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Gradebook — best score per student per question with course-wide overview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— Jaccard token similarity across student submissions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control answer visibility; students see answers only when permitted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4069080"/>
            <a:ext cx="2011680" cy="658368"/>
          </a:xfrm>
          <a:prstGeom prst="rect">
            <a:avLst/>
          </a:prstGeom>
          <a:solidFill>
            <a:srgbClr val="E8F0FB"/>
          </a:solidFill>
          <a:ln w="12700">
            <a:solidFill>
              <a:srgbClr val="C4D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50592" y="4069080"/>
            <a:ext cx="2011680" cy="658368"/>
          </a:xfrm>
          <a:prstGeom prst="rect">
            <a:avLst/>
          </a:prstGeom>
          <a:solidFill>
            <a:srgbClr val="E8F0FB"/>
          </a:solidFill>
          <a:ln w="12700">
            <a:solidFill>
              <a:srgbClr val="C4D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42032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questions (2/lang)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4069080"/>
            <a:ext cx="2011680" cy="658368"/>
          </a:xfrm>
          <a:prstGeom prst="rect">
            <a:avLst/>
          </a:prstGeom>
          <a:solidFill>
            <a:srgbClr val="E8F0FB"/>
          </a:solidFill>
          <a:ln w="12700">
            <a:solidFill>
              <a:srgbClr val="C4D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18304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SPIM execution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03136" y="4069080"/>
            <a:ext cx="2011680" cy="658368"/>
          </a:xfrm>
          <a:prstGeom prst="rect">
            <a:avLst/>
          </a:prstGeom>
          <a:solidFill>
            <a:srgbClr val="E8F0FB"/>
          </a:solidFill>
          <a:ln w="12700">
            <a:solidFill>
              <a:srgbClr val="C4D9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4576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compatible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Learner LMS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Proposed Workflow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28016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1280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82296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C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83080" y="896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Up / Log 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83080" y="1243584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Teacher; password hashed, JWT issued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164592" cy="0"/>
          </a:xfrm>
          <a:prstGeom prst="line">
            <a:avLst/>
          </a:prstGeom>
          <a:noFill/>
          <a:ln w="25400">
            <a:solidFill>
              <a:srgbClr val="0F6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82296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C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3592" y="896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Create Question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93592" y="1243584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title, description, difficulty, language, and test cases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48072" y="1691640"/>
            <a:ext cx="164592" cy="0"/>
          </a:xfrm>
          <a:prstGeom prst="line">
            <a:avLst/>
          </a:prstGeom>
          <a:noFill/>
          <a:ln w="25400">
            <a:solidFill>
              <a:srgbClr val="0F6C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12664" y="82296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C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04104" y="896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Control Visibility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04104" y="1243584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model answer visibility per question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58584" y="1691640"/>
            <a:ext cx="164592" cy="0"/>
          </a:xfrm>
          <a:prstGeom prst="line">
            <a:avLst/>
          </a:prstGeom>
          <a:noFill/>
          <a:ln w="25400">
            <a:solidFill>
              <a:srgbClr val="0F6C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23176" y="82296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C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14616" y="896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Review Grades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14616" y="1243584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gradebook and run plagiarism check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788920"/>
            <a:ext cx="128016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788920"/>
            <a:ext cx="1280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91640" y="278892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83080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Up / Log 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83080" y="3209544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Student; password hashed, JWT issued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65760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02152" y="278892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93592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View Questions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93592" y="3209544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CS101 questions with test case count shown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48072" y="365760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2664" y="278892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04104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&amp; Run Code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04104" y="3209544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language, write code, click Run — see pass/fail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58584" y="365760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23176" y="278892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14616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 History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14616" y="3209544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submissions and grades in sidebar tabs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Learner LMS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System Requirements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2926080"/>
          </a:xfrm>
          <a:prstGeom prst="rect">
            <a:avLst/>
          </a:prstGeom>
          <a:solidFill>
            <a:srgbClr val="E8F0FB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41148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React Router 6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styling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for REST API calls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— login/register UI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code editor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button + test result display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Grades, Plagiarism tabs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v14+ (dev server)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2926080"/>
          </a:xfrm>
          <a:prstGeom prst="rect">
            <a:avLst/>
          </a:prstGeom>
          <a:solidFill>
            <a:srgbClr val="E6F7F5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298448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REST API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ODM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CE API — 7 languages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SPIM simulator — MIPS Assembly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child_process for SPIM execution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plagiarism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auto-update on each Run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Body-parser middleware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743200" cy="2926080"/>
          </a:xfrm>
          <a:prstGeom prst="rect">
            <a:avLst/>
          </a:prstGeom>
          <a:solidFill>
            <a:srgbClr val="E8EAF6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2296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Platform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298448"/>
            <a:ext cx="2487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(PHP-based LMS core)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or PostgreSQL database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or Nginx web server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7.4+ with Composer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Grunt for asset compilation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mdl_user / mdl_course tables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mdl_grade_grades integration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for production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931920"/>
            <a:ext cx="1609344" cy="640080"/>
          </a:xfrm>
          <a:prstGeom prst="rect">
            <a:avLst/>
          </a:prstGeom>
          <a:solidFill>
            <a:srgbClr val="F0F4FF"/>
          </a:solidFill>
          <a:ln w="12700">
            <a:solidFill>
              <a:srgbClr val="C4D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59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42245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84248" y="3931920"/>
            <a:ext cx="1609344" cy="640080"/>
          </a:xfrm>
          <a:prstGeom prst="rect">
            <a:avLst/>
          </a:prstGeom>
          <a:solidFill>
            <a:srgbClr val="F0F4FF"/>
          </a:solidFill>
          <a:ln w="12700">
            <a:solidFill>
              <a:srgbClr val="C4D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5688" y="3959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75688" y="42245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39896" y="3931920"/>
            <a:ext cx="1609344" cy="640080"/>
          </a:xfrm>
          <a:prstGeom prst="rect">
            <a:avLst/>
          </a:prstGeom>
          <a:solidFill>
            <a:srgbClr val="F0F4FF"/>
          </a:solidFill>
          <a:ln w="12700">
            <a:solidFill>
              <a:srgbClr val="C4D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31336" y="3959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31336" y="42245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+ Mongoose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95544" y="3931920"/>
            <a:ext cx="1609344" cy="640080"/>
          </a:xfrm>
          <a:prstGeom prst="rect">
            <a:avLst/>
          </a:prstGeom>
          <a:solidFill>
            <a:srgbClr val="F0F4FF"/>
          </a:solidFill>
          <a:ln w="12700">
            <a:solidFill>
              <a:srgbClr val="C4D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86984" y="3959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86984" y="42245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51192" y="3931920"/>
            <a:ext cx="1609344" cy="640080"/>
          </a:xfrm>
          <a:prstGeom prst="rect">
            <a:avLst/>
          </a:prstGeom>
          <a:solidFill>
            <a:srgbClr val="F0F4FF"/>
          </a:solidFill>
          <a:ln w="12700">
            <a:solidFill>
              <a:srgbClr val="C4D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2632" y="395935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SPIM 9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42632" y="422452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Simulator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Learner LMS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Database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32918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32918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2296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" y="12618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12618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48840" y="12618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" y="1517904"/>
            <a:ext cx="31455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" y="1572768"/>
            <a:ext cx="314553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572768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81328" y="15727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157276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" y="1828800"/>
            <a:ext cx="3145536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1828800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18288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48840" y="1828800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heading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" y="2084832"/>
            <a:ext cx="314553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208483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81328" y="208483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48840" y="2084832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1752" y="2340864"/>
            <a:ext cx="3145536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2340864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1328" y="2340864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48840" y="2340864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Teacher-chosen language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1752" y="2596896"/>
            <a:ext cx="314553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59689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testCases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81328" y="259689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48840" y="259689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expectedOutput / isHidden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1752" y="2852928"/>
            <a:ext cx="3145536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2852928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81328" y="285292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48840" y="2852928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 (nullable)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" y="3108960"/>
            <a:ext cx="314553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3108960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isAnswerVisible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81328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48840" y="3108960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visibility flag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1752" y="3364992"/>
            <a:ext cx="3145536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36499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481328" y="336499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48840" y="3364992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course-001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1752" y="3621024"/>
            <a:ext cx="3145536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" y="3621024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81328" y="3621024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48840" y="3621024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medium / hard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1752" y="3877056"/>
            <a:ext cx="3145536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" y="387705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481328" y="387705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148840" y="387705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/ updatedAt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49040" y="8229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749040" y="822960"/>
            <a:ext cx="5166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58768" y="822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822192" y="12618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10912" y="12618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79008" y="12618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22192" y="1481328"/>
            <a:ext cx="5029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22192" y="1527048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10912" y="1527048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779008" y="1527048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to Question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822192" y="1728216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010912" y="1728216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779008" y="1728216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/ identifier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822192" y="1929384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10912" y="1929384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779008" y="1929384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used for this run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822192" y="2130552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010912" y="213055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779008" y="2130552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submitted code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822192" y="2331720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testResults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010912" y="2331720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779008" y="23317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passed, actualOutput per test case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822192" y="2532888"/>
            <a:ext cx="1133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010912" y="2532888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779008" y="2532888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based on test cases passed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749040" y="2880360"/>
            <a:ext cx="5166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749040" y="2880360"/>
            <a:ext cx="51663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58768" y="2880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3822192" y="33192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010912" y="33192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779008" y="33192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822192" y="3538728"/>
            <a:ext cx="5029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22192" y="358444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010912" y="3584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779008" y="35844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/ identifier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822192" y="382219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010912" y="38221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779008" y="38221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identifier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3822192" y="405993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010912" y="40599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779008" y="405993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questionId, bestScore, attempts, lastSubmittedAt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822192" y="429768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totalScore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010912" y="4297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779008" y="4297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best scores across all questions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Learner LMS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743200" cy="3566160"/>
          </a:xfrm>
          <a:prstGeom prst="rect">
            <a:avLst/>
          </a:prstGeom>
          <a:solidFill>
            <a:srgbClr val="E8F0FB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2743200" cy="41148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3192" y="1316736"/>
            <a:ext cx="2468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 — Student &amp; Teacher Dashboards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 textarea with dark theme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button → test result pass/fail display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Grades, Plagiarism sidebar tabs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stored client-side; Axios auth header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REST calls to :5000 backend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99232" y="2606040"/>
            <a:ext cx="219456" cy="0"/>
          </a:xfrm>
          <a:prstGeom prst="line">
            <a:avLst/>
          </a:prstGeom>
          <a:noFill/>
          <a:ln w="25400">
            <a:solidFill>
              <a:srgbClr val="6C75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822960"/>
            <a:ext cx="2743200" cy="3566160"/>
          </a:xfrm>
          <a:prstGeom prst="rect">
            <a:avLst/>
          </a:prstGeom>
          <a:solidFill>
            <a:srgbClr val="E6F7F5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82296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55848" y="1316736"/>
            <a:ext cx="2468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 on port 5000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 — register/login, bcrypt + JWT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/api/submissions → run code + save result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/api/grades → gradebook per course/student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/api/plagiarism → Jaccard similarity check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CE (7 languages) + SPIM child_process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61888" y="2606040"/>
            <a:ext cx="219456" cy="0"/>
          </a:xfrm>
          <a:prstGeom prst="line">
            <a:avLst/>
          </a:prstGeom>
          <a:noFill/>
          <a:ln w="25400">
            <a:solidFill>
              <a:srgbClr val="6C75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822960"/>
            <a:ext cx="2743200" cy="3566160"/>
          </a:xfrm>
          <a:prstGeom prst="rect">
            <a:avLst/>
          </a:prstGeom>
          <a:solidFill>
            <a:srgbClr val="ECEEF8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82296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18504" y="1316736"/>
            <a:ext cx="2468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User, Question, Submission, Grade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bcrypt passwordHash, role (student/teacher)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upserted after every submission Run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Moodle core (mdl_user, mdl_course)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mdl_grade_grades — Moodle gradebook tables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CE — external execution microservice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4572000"/>
            <a:ext cx="8631936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57200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→  Express REST API (:5000)  →  MongoDB  |  SPIM (local)  |  Judge0 CE (cloud)  |  Moodle (PHP + MySQL)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Code Execution Engine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331720"/>
          </a:xfrm>
          <a:prstGeom prst="rect">
            <a:avLst/>
          </a:prstGeom>
          <a:solidFill>
            <a:srgbClr val="132035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CE  —  7 Languages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code execution API (no auth required)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ce.judge0.com/submissions?base64_encoded=false&amp;wait=true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stdout, stderr, compile_output, status per run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CPU time limit, 128MB memory limit per submission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Supports: C, C++, Python, Java, JavaScript, C#, Ruby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+ runtime errors surfaced directly to the student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14800" cy="2331720"/>
          </a:xfrm>
          <a:prstGeom prst="rect">
            <a:avLst/>
          </a:prstGeom>
          <a:solidFill>
            <a:srgbClr val="132035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896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SPIM  —  MIPS Assembly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261872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MIPS32 simulator — install with: brew install spim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via Node.js child_process.spawn (no cloud call)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saved to temp .asm file; spim -f executed per test case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SPIM header lines (Loaded:…) automatically stripped from output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 piping fully supported for test case input values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lines (spim: …) returned as execution error to student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291840"/>
            <a:ext cx="859536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55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Languages — selectable by teacher and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196596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393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Assembly (SPIM)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3639312"/>
            <a:ext cx="196596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6393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(Judge0)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639312"/>
            <a:ext cx="196596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6393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(Judge0)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3639312"/>
            <a:ext cx="196596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36393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(Judge0)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196596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965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(Judge0)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4096512"/>
            <a:ext cx="196596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40965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(Judge0)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4096512"/>
            <a:ext cx="196596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0965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(Judge0)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4096512"/>
            <a:ext cx="196596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40965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(Judge0)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Gradebook &amp; Plagiarism Detection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2697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History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saved to MongoDB automatically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code, language, score, test results, timestamp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full history in sidebar tab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queries by question or student 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progress tracking over multiple attempts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shown as % of test cases passed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651760" cy="2697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22960"/>
            <a:ext cx="26517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8229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Gradebook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64992" y="128016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per student per question in Grade collection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Course-wide gradebook table visible to teacher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student name, questions attempted, overall 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Color-coded: green 80%+, amber 50–79%, red below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personal grades in dedicated sidebar tab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totalScore = average of all question best scores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2651760" cy="2697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822960"/>
            <a:ext cx="265176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82296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1280160"/>
            <a:ext cx="24323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token similarity on best submission per student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comments, normalises strings and numbers first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similarity threshold (default 70%)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suspicious pairs: shows student A, B, similarity 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runs check on demand from Plagiarism tab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or course-wide check supported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201168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auto-saved to MongoDB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3703320"/>
            <a:ext cx="201168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42032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 question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3703320"/>
            <a:ext cx="201168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comparison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03136" y="3703320"/>
            <a:ext cx="201168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3730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Default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94576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threshold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Learner LMS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Implementation Approach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457200" cy="187452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22960"/>
            <a:ext cx="457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Node.js, MongoDB, SPIM (brew install spim)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.env: MONGODB_URI, PORT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in /backend and /frontend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backend :5000, frontend :3000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457200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22960"/>
            <a:ext cx="457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39512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API + Execution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9512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CRUD with test cases and language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routes — run via Judge0 / SPIM, save to MongoDB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routes — best score per student auto-updated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routes — Jaccard similarity on demand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88036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880360"/>
            <a:ext cx="457200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880360"/>
            <a:ext cx="457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86384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33375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create questions, test cases, gradebook, plagiarism tab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name gate, code editor, Run button, test results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history tab, grades tab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wired to all REST endpoints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457200" cy="1874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80360"/>
            <a:ext cx="457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39512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Testing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33375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seed.js — 16 demo questions (2 per language)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has test cases and a model answer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8 languages end-to-end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backend + frontend; integrate with Moodle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Learner LMS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Authentication &amp; Access Control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697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Accounts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username, full name and password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"Student" role at sign-up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hashed with bcrypt (10 salt rounds)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 on login — sent as a Bearer token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view only their own submissions and grades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and saves under their authenticated identity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2697480"/>
          </a:xfrm>
          <a:prstGeom prst="rect">
            <a:avLst/>
          </a:prstGeom>
          <a:solidFill>
            <a:srgbClr val="E8F0FB"/>
          </a:solidFill>
          <a:ln w="12700">
            <a:solidFill>
              <a:srgbClr val="C4D9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82296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Accounts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username, full name and password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"Teacher" role at sign-up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and delete questions and test cases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model-answer visibility per question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course-wide gradebook and plagiarism reports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look up any student's submission history or grade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6576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  →  bcrypt hash &amp; compare  →  JWT (7-day expiry) issued  →  Authorization: Bearer &lt;token&gt;  →  authenticate + requireRole() middleware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114800"/>
            <a:ext cx="201168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462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salt rounds — passwords never stored in plaintext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50592" y="4114800"/>
            <a:ext cx="201168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42032" y="4462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expiry, stateless Bearer authentication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6864" y="4114800"/>
            <a:ext cx="201168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collection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4462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MongoDB DB alongside questions &amp; grades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03136" y="4114800"/>
            <a:ext cx="201168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4462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requireRole('teacher') + per-user data scoping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Learner LMS  | 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Summary &amp; Next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4206240" cy="1627632"/>
          </a:xfrm>
          <a:prstGeom prst="rect">
            <a:avLst/>
          </a:prstGeom>
          <a:solidFill>
            <a:srgbClr val="132035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22960"/>
            <a:ext cx="4206240" cy="329184"/>
          </a:xfrm>
          <a:prstGeom prst="rect">
            <a:avLst/>
          </a:prstGeom>
          <a:solidFill>
            <a:srgbClr val="1C3D6E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22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" y="121615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CE: C, C++, Python, Java, JavaScript, C#, Ruby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SPIM: MIPS Assembly — runs locally via child_process.spawn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checks test case pass/fail; actual output always shown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CPU limit; compile + runtime errors surfaced to student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1627632"/>
          </a:xfrm>
          <a:prstGeom prst="rect">
            <a:avLst/>
          </a:prstGeom>
          <a:solidFill>
            <a:srgbClr val="132035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4206240" cy="329184"/>
          </a:xfrm>
          <a:prstGeom prst="rect">
            <a:avLst/>
          </a:prstGeom>
          <a:solidFill>
            <a:srgbClr val="1C3D6E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22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HISTORY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21615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automatically saved to MongoDB Submission collection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code, language, score, test results, and timestamp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browse full attempt history in sidebar History tab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query by question or student for 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606040"/>
            <a:ext cx="4206240" cy="1627632"/>
          </a:xfrm>
          <a:prstGeom prst="rect">
            <a:avLst/>
          </a:prstGeom>
          <a:solidFill>
            <a:srgbClr val="132035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606040"/>
            <a:ext cx="4206240" cy="329184"/>
          </a:xfrm>
          <a:prstGeom prst="rect">
            <a:avLst/>
          </a:prstGeom>
          <a:solidFill>
            <a:srgbClr val="1C3D6E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606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GRADEBOOK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" y="2999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collection: best score per student per question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Auto-updated after each submission — no manual grading needed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sees course-wide table with color-coded progress bars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personal grades in dedicated My Grades tab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606040"/>
            <a:ext cx="4206240" cy="1627632"/>
          </a:xfrm>
          <a:prstGeom prst="rect">
            <a:avLst/>
          </a:prstGeom>
          <a:solidFill>
            <a:srgbClr val="132035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606040"/>
            <a:ext cx="4206240" cy="329184"/>
          </a:xfrm>
          <a:prstGeom prst="rect">
            <a:avLst/>
          </a:prstGeom>
          <a:solidFill>
            <a:srgbClr val="1C3D6E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606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999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 on tokenized best submissions per student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comments, normalizes strings/numbers before comparing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70% threshold — adjustable by teacher in UI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suspicious pairs: student names + similarity percentage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4617720"/>
            <a:ext cx="8631936" cy="320040"/>
          </a:xfrm>
          <a:prstGeom prst="rect">
            <a:avLst/>
          </a:prstGeom>
          <a:solidFill>
            <a:srgbClr val="0F6CBF"/>
          </a:solidFill>
          <a:ln w="12700">
            <a:solidFill>
              <a:srgbClr val="0F6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brew install spim  &gt;&gt;  node seed.js  &gt;&gt;  Restart backend  &gt;&gt;  Demo all 8 languages end-to-end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Learner LMS – Project Presentation</dc:title>
  <dc:subject>PptxGenJS Presentation</dc:subject>
  <dc:creator>Sruthi</dc:creator>
  <cp:lastModifiedBy>Sruthi</cp:lastModifiedBy>
  <cp:revision>1</cp:revision>
  <dcterms:created xsi:type="dcterms:W3CDTF">2026-06-10T15:15:10Z</dcterms:created>
  <dcterms:modified xsi:type="dcterms:W3CDTF">2026-06-10T15:15:10Z</dcterms:modified>
</cp:coreProperties>
</file>